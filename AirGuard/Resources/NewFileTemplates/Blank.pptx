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/>
  <p:sldSz cx="9144000" cy="5143500" type="screen16x9"/>
  <p:notesSz cx="6858000" cy="9144000"/>
</p:presentation>
</file>